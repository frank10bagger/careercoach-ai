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for your career management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029200" cy="411480"/>
          </a:xfrm>
          <a:prstGeom prst="roundRect">
            <a:avLst>
              <a:gd name="adj" fmla="val 4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 </a:t>
            </a:r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https://careercoach-ai-phi.vercel.app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sign up — 15 seconds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the URL above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Enter name, email, password (6+)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Instantly logged in — no email check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3832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surfaces · one persistent profile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79476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3200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8-step Q&amp;A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+ saved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Generate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1-page MBA-style →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letter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 + company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350-word letter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Thank-you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Debrief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referencing real topics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sentence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post + resume bullet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Next.js 16 · Supabase (Postgres + RLS) · Anthropic Claude Sonnet 4.6 · Vercel · jsPDF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OIDD 6670 · Group 6 · The Wharton School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undergrads have no real career mentorship.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114800" cy="3017520"/>
          </a:xfrm>
          <a:prstGeom prst="roundRect">
            <a:avLst>
              <a:gd name="adj" fmla="val 4545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500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advisor-to-student ratio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typical undergrad career office.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services stretched thin: 1 advisor per ~500 students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templates produce generic resumes that don't match the JD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tools are stateless — re-explain yourself every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 and non-traditional applicants get the least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4983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under-prepared applications, missed offers, lost opportunities.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62356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56235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the full mentorship cycle </a:t>
            </a:r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(onboarding → persona mapped → resume → cover letter → thank-you)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returns for a second application without re-entering their profile.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AI career mentor with memory.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145731" cy="2286000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51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17799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8-step Q&amp;A. Persona auto-classified.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0091" y="2468880"/>
            <a:ext cx="2145731" cy="2286000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2971" y="2651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2971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2971" y="310896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2971" y="3520440"/>
            <a:ext cx="17799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edit → publish 1-page PDF. Wharton-style.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2982" y="2468880"/>
            <a:ext cx="2145731" cy="2286000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05862" y="2651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5862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05862" y="310896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5862" y="3520440"/>
            <a:ext cx="17799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JD. Get a 350-word letter referencing your resume.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05873" y="2468880"/>
            <a:ext cx="2145731" cy="2286000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88753" y="2651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753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88753" y="310896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88753" y="3520440"/>
            <a:ext cx="17799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notes → personalized email mentioning real topics.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88764" y="2468880"/>
            <a:ext cx="2145731" cy="2286000"/>
          </a:xfrm>
          <a:prstGeom prst="roundRect">
            <a:avLst>
              <a:gd name="adj" fmla="val 42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71644" y="2651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1644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71644" y="310896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71644" y="3520440"/>
            <a:ext cx="17799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milestone in. LinkedIn post + auto-flowing resume bullet.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1206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enter your background once. Every feature reuses it.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6 months later → it's all there. Resume, applications, chats, milestones.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OIDD 6670 · Group 6 · The Wharton School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4 minutes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live. Build a real profile. Ship a real PDF.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live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423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account in front of the class. Email + password, no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971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conversational steps — keywords + numbers, AI classifies persona.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→ keywords buffed into bullets → Publish → Download PDF.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4069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real JD. Letter references both the JD and the stored resume.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617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notes → email mentioning the actual topics from the chat.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212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5166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5166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account in incognito → empty dashboard. RLS proven.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points: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"Notice the AI is buffing my raw keywords, not just echoing them." · 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second account can't see anything from the first one."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OIDD 6670 · Group 6 · The Wharton School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 + forms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31089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24688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Next.js 16 (SSR)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· server components · auth-aware middleware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3108960"/>
            <a:ext cx="8229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2468880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4688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Postgres + RLS + Auth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3182112"/>
            <a:ext cx="3474720" cy="566928"/>
          </a:xfrm>
          <a:prstGeom prst="roundRect">
            <a:avLst>
              <a:gd name="adj" fmla="val 12903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318211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Claude Sonnet 4.6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RLS-protected tables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· experiences · education · resumes · applications · coffee_chats · career_highlights · ai_audit_log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114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4805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from Wharton MBA Career Services in every prompt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Anthropic 429 / 503 / 529 with exponential backoff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0.1 for classification · 1.0 for creative bullet writing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OIDD 6670 · Group 6 · The Wharton School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UX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Production-feel details across every screen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 with guidance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that can be empty has an illustrated card that tells the user the next step ("Generate resume to create one from your profile")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07738" y="233172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6338" y="256032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6338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76418" y="256032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shimmer during AI calls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36338" y="320040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'Loading…' text with a shimmering card + status label ("Drafting your tailored resume…"). Feels alive, not stuck.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8277" y="233172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6877" y="2560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6877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26957" y="256032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onboarding + confetti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6877" y="320040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Q&amp;A with chat-bubble AI avatar. Subtle confetti + rotating cheer text on each Next click. Submitting fires a bigger burst.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45262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452628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transient errors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516636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429 / 503 / 529 → exponential backoff (1s · 2s · 4s · 4 attempts). User never sees a transient blip.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07738" y="429768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36338" y="4526280"/>
            <a:ext cx="502920" cy="5029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6338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76418" y="452628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Edit-in-place + clickable history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36338" y="516636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jobs, education, applications, coffee chats, resume versions — all clickable. Edit a saved job → form pre-fills. View past resume read-only.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58277" y="4297680"/>
            <a:ext cx="357621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6877" y="4526280"/>
            <a:ext cx="502920" cy="5029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86877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26957" y="4526280"/>
            <a:ext cx="2524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PDF guarantee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86877" y="5166360"/>
            <a:ext cx="3119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 + jsPDF capture the styled preview, then stretch-fit to exactly 8.5×11. No print dialog, no overflow, no half-page emptiness.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·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ATS-friendly plain-text resume · </a:t>
            </a:r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disclaimers </a:t>
            </a:r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output surface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· Governance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call ships with a safety preamble.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protected characteristics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· gender · religion · age · disability cannot drive recommendations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738" y="242316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90618" y="26060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0618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39258" y="26060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guarantees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0618" y="31089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promises offers, interviews, or salary figures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8277" y="242316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26060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1157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89797" y="260604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1157" y="310896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become [add location] placeholders, never invented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11480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leakage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include email or phone unless the user explicitly added 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07738" y="393192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0618" y="4114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0618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39258" y="411480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0618" y="461772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send emails directly · clipboard fallback only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58277" y="3931920"/>
            <a:ext cx="3576218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114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41157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89797" y="4114800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routing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41157" y="461772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ambiguous questions to "connect with your career advisor"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85216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8521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</a:t>
            </a:r>
            <a:pPr algn="ctr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written to ai_audit_log table — feature · prompt summary · output summary · was_mocked · timestamp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Reflection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· what broke · what amazed 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4557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23160"/>
            <a:ext cx="164592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Stage-prompted build: auth → DB → 1 feature → polish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 from Wharton resume bank in every prompt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MOCK_AI=true mode let us iterate UI without burning credits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78728" y="2423160"/>
            <a:ext cx="54557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8728" y="2423160"/>
            <a:ext cx="16459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4488" y="256032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 (first try)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44488" y="297180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current_role rejected as Postgres column (reserved keyword)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Print-to-PDF leaked dashboard sidebar into the file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Single-form onboarding felt cold and clinical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54557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663440"/>
            <a:ext cx="164592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0060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AMAZED 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merge of highlights into experiences — no prompt gymnastics, just better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onboarding + confetti made a 9-step form fun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4663440"/>
            <a:ext cx="545576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8728" y="4663440"/>
            <a:ext cx="164592" cy="1874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4488" y="480060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be happy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4488" y="5212080"/>
            <a:ext cx="49071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output: ~12 prompt iterations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generation: 4 iterations (print → html2canvas → fit-to-page)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prompt: 5 iterations (single event in, full story out)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two more weeks…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OAuth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thank-you emails directly without copy-paste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738" y="237744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6338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36338" y="315468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6338" y="356616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STAR-method coaching with mock interview voice mode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8277" y="237744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6877" y="25603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86877" y="315468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tracker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6877" y="356616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alumni outreach, track follow-ups, draft messages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" y="49377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Bank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3492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interview stories with quality scores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07738" y="416052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36338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36338" y="49377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auto-fetch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36338" y="53492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URL instead of pasting the job description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58277" y="4160520"/>
            <a:ext cx="3576218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386877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386877" y="49377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resume scoring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86877" y="5349240"/>
            <a:ext cx="31190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missing keywords from the JD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 · github.com/frank10bagger/careercoach-ai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ChatGPT?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 stateless — every session starts fresh. CareerTwin persists your profile and reuses it across all features.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the resume?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fabricate. AI buffs your keywords; missing fields become [add location] placeholders.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privacy?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5778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isolates data per user at the DB level. Every AI call audit-logged.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OIDD 6670 · Group 6 · The Wharton School ·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8892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342900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Prompt · Build Stages · Edge Cases · Test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the rubric: PLAN Prompt Engineering (10 pts)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Master Prompt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prompt that guided the entire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77295" cy="3931920"/>
          </a:xfrm>
          <a:prstGeom prst="roundRect">
            <a:avLst>
              <a:gd name="adj" fmla="val 232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1091153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want to build CareerTwin —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digital twin for career management. A persistent web app that turns fragmented career information into one living memory layer.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undergrads have no real career mentorship. Existing AI tools are stateless — users re-explain themselves every session. Career switchers and non-traditional applicants get the least support.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undergraduate students, working professionals, and career switchers. Non-technical.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FEATURES (MVP only):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Onboarding Q&amp;A (conversational, persona-classified)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Resume builder (one-page MBA-style → editable → PDF)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Cover letter (paste JD → tailored letter)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Thank-you email (debrief notes → personalized email)
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Career highlights (one milestone → LinkedIn post + resume bullet)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MODEL: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RLS-protected Postgres tables — profiles, experiences, education, resumes, applications, coffee_chats, career_highlights, ai_audit_log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email/password via Supabase. Standard user role only. RLS isolates all data per user.
</a:t>
            </a:r>
            <a:pPr indent="0" marL="0">
              <a:buNone/>
            </a:pPr>
            <a:r>
              <a:rPr lang="en-US" sz="1050" b="1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 ME AS PRODUCT OWNER. </a:t>
            </a:r>
            <a:pPr indent="0" marL="0">
              <a:buNone/>
            </a:pPr>
            <a:r>
              <a:rPr lang="en-US" sz="10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in stages I can test. Stop at forks; explain options. Every Claude prompt: include a safety preamble, use few-shot examples, never fabricate facts.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Build Stages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AI to build — first, second, third…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Auth + 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37744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Supabase · 8 tables with RLS · email/password auth. STOP and verify isolation with 2 incognito accounts before adding AI.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Persona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297180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8-step Q&amp;A. Claude classifies user as Student / Professional / Switcher → save permanently. AI fallback: retry once, manual override.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520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56616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 with Wharton alumni resumes. User keywords → professional bullets. Edit textarea → Publish → one-page PDF via jsPDF + html2canvas.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0" y="416052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JD → Claude references stored resume + JD. Save to applications table. Past applications clickable to view.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709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Email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0" y="475488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Coffee-chat debrief notes → personalized email referencing actual topics. Clipboard fallback (no Outlook OAuth — graded equally).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3492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Highlights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534924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milestone → LinkedIn post + resume bullet. Server-side merge: promotion auto-updates resume title progression. Bullet auto-flows on next regen.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594360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943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58978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Ship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97680" y="5943600"/>
            <a:ext cx="7436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states · skeleton shimmers · tone defaults per feature · responsible-AI audit log · 1-page user guide · presentation deck. Deploy on Vercel.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Edge Cases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user does X? — and what we 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331720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returns 429 / 503 / 529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Auto-retry 4 attempts with exponential backoff (1s · 2s · 4s)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15768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skips contact info on resume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Omit the contact line entirely — never use [email] placeholder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145536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099816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skips a date or location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Render `[add date]` placeholder — never invent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483864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implausible highlight (CEO at 2-yr role)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Include it anyway — user controls via editor, AI doesn't second-guess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67912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multiple events in one highlight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Group into one thematic LinkedIn narrative; don't pick one and drop the 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251960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 a saved job in onboarding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 pre-fills with existing data → Save replaces in place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95848" y="2377440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0440" y="2331720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rejects column name (`current_role` reserved)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Renamed to `present_role` in schema (caught at first migration)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5848" y="2761488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0440" y="2715768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up but doesn't verify email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Email confirmation disabled in Supabase → instant login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5848" y="3145536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0440" y="3099816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regenerates resume after editing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version saved; full version history clickable + read-only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95848" y="3529584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0440" y="3483864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 tries to access User A's data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Postgres RLS policies block at the DB level — query returns empty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95848" y="3913632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0440" y="3867912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content overflows one page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PDF stretches to fit 8.5×11 letter; prompt also targets ~35-45 lines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95848" y="4297680"/>
            <a:ext cx="54864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0440" y="4251960"/>
            <a:ext cx="536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 no job history (full-time student)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Onboarding is optional on Experience step; resume still generated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474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· Test Cases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 after each build stage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40280"/>
            <a:ext cx="11140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Auth + DB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56946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valid email — lands on dashboard with empty profile state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82549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duplicate email — clear error message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0815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on login — clear error, no leaking which side was wrong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incognito sessions — User B's dashboard cannot see User A's data (RLS)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30752"/>
            <a:ext cx="11140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Onboarding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059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all 8 steps — persona classified to one of 3 valid values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3159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optional fields (contact, career-gap) — saves successfully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5720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saved job — form pre-fills, save replaces in place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82803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mid-onboarding — progress preserved (form state survives)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5221224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221224"/>
            <a:ext cx="11140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3-6: AI Features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550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555040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resume — buffs raw keywords into action-verb bullets with real numbers preserved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8064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with real Stripe JD — references both the JD and stored resume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062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60624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Thank-you with debrief notes mentioning Rust + a book recommendation — output references both specifically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6318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631850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highlight — title line auto-updates to progression format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6574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65745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 — exactly one page, no print dialog, contact line omits blank fields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6967728"/>
            <a:ext cx="54864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6967728"/>
            <a:ext cx="11140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7: Polish + Deploy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7296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14400" y="729691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viewport (375px) — all forms usable, sidebar collapses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0080" y="7552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7552944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529 error — auto-retry succeeds; logged in ai_audit_log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" y="7808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" y="780897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past resume version — read-only view expands, copy works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CareerTwin</dc:title>
  <dc:subject>PptxGenJS Presentation</dc:subject>
  <dc:creator>Group 6 — OIDD 6670</dc:creator>
  <cp:lastModifiedBy>Group 6 — OIDD 6670</cp:lastModifiedBy>
  <cp:revision>1</cp:revision>
  <dcterms:created xsi:type="dcterms:W3CDTF">2026-05-06T21:37:13Z</dcterms:created>
  <dcterms:modified xsi:type="dcterms:W3CDTF">2026-05-06T21:37:13Z</dcterms:modified>
</cp:coreProperties>
</file>